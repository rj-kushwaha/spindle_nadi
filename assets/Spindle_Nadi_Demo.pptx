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2D7BD"/>
                </a:solidFill>
                <a:latin typeface="Aptos"/>
              </a:rPr>
              <a:t>SPINDLE NADI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7899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EEF5F7"/>
                </a:solidFill>
                <a:latin typeface="Aptos"/>
              </a:rPr>
              <a:t>Feel the Pulse.
Predict the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9AADB5"/>
                </a:solidFill>
                <a:latin typeface="Aptos"/>
              </a:rPr>
              <a:t>Synthetic-data machine-health monitoring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2D7BD"/>
                </a:solidFill>
                <a:latin typeface="Aptos"/>
              </a:rPr>
              <a:t>PROJECT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Gradual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Machine condition changes over time, not only at the instant a fixed alarm limit is crossed.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55648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Signals are 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Machine load, multi-axis vibration, temperatures, flow, pressure, sound, and trends need operating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EEF5F7"/>
                </a:solidFill>
                <a:latin typeface="Aptos"/>
              </a:rPr>
              <a:t>Goal: turn changing sensor behavior into an understandable reason to investigate.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One connected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2103120" cy="160020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0008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SIMULATE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173736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Sensor time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670048"/>
            <a:ext cx="320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72D7BD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240280"/>
            <a:ext cx="2103120" cy="160020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350008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834640"/>
            <a:ext cx="173736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Workload + RPM +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70048"/>
            <a:ext cx="320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72D7BD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2240280"/>
            <a:ext cx="2103120" cy="160020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2350008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2834640"/>
            <a:ext cx="173736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Anomaly +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7" y="2670048"/>
            <a:ext cx="320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72D7BD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2240280"/>
            <a:ext cx="2103120" cy="160020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2350008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3" y="2834640"/>
            <a:ext cx="173736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WHY + prototype RUL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2670048"/>
            <a:ext cx="320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72D7BD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2952" y="2240280"/>
            <a:ext cx="2103120" cy="160020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350008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834640"/>
            <a:ext cx="173736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Alert +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9AADB5"/>
                </a:solidFill>
                <a:latin typeface="Aptos"/>
              </a:rPr>
              <a:t>The application is a prototype; its inputs and labels are generated by our simulator.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Simulator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150876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18488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Sensor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493775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XYZ vibration · spindle load/torque · bearing · cooling/lubrication · acoustic/feed · estimated tool wear/power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03520" cy="1508760"/>
          </a:xfrm>
          <a:prstGeom prst="roundRect">
            <a:avLst/>
          </a:prstGeom>
          <a:solidFill>
            <a:srgbClr val="121E25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93775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Five injected signatures: bearing · cooling · lubrication · tool wear · spindle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2D7BD"/>
                </a:solidFill>
                <a:latin typeface="Aptos"/>
              </a:rPr>
              <a:t>320 generated readings · 10 machines · NORMAL: 200  |  WARNING: 60  |  CRITICAL: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9AADB5"/>
                </a:solidFill>
                <a:latin typeface="Aptos"/>
              </a:rPr>
              <a:t>Operating-point-adjusted deviations, rolling means, five-sample slopes, and RPM variability provide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Dashboard and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One-second synthetic stream, sensor-quality checks, risk, prototype health score, anomaly score, and benchmark CSV replay.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7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Local feature contributions, prototype remaining-life estimate, and held-out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79476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904488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Respond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38912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Maintenance advice, downloadable evidence report, dashboard alerts, optional email/WhatsApp, and recovery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Differentiate through the operator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743200" cy="169164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7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What-if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377440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Project paired workload and RPM settings without changing live machine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743200" cy="1691640"/>
          </a:xfrm>
          <a:prstGeom prst="roundRect">
            <a:avLst/>
          </a:prstGeom>
          <a:solidFill>
            <a:srgbClr val="121E25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64207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Maintenance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48840"/>
            <a:ext cx="2377440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Turn current model evidence into a local, explainable action suggestion.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2743200" cy="1691640"/>
          </a:xfrm>
          <a:prstGeom prst="roundRect">
            <a:avLst/>
          </a:prstGeom>
          <a:solidFill>
            <a:srgbClr val="121E25"/>
          </a:solidFill>
          <a:ln>
            <a:solidFill>
              <a:srgbClr val="FF6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7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647C"/>
                </a:solidFill>
                <a:latin typeface="Aptos"/>
              </a:rPr>
              <a:t>Alert →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2377440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Critical sends configured channels; verified virtual recovery is logged and messaged.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554480"/>
            <a:ext cx="2423160" cy="169164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64207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Twin +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148840"/>
            <a:ext cx="2057400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Map evidence to a machine schematic and review recorded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9AADB5"/>
                </a:solidFill>
                <a:latin typeface="Aptos"/>
              </a:rPr>
              <a:t>A demonstration of decisions, not just a model score. All guidance and maintenance are simulated.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Measured synthetic-data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606040" cy="132588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Risk 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24028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0.005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606040" cy="132588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4708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24028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0.97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37360"/>
            <a:ext cx="2606040" cy="132588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4708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224028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1.00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606040" cy="132588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184708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331720"/>
            <a:ext cx="224028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0.99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F5F7"/>
                </a:solidFill>
                <a:latin typeface="Aptos"/>
              </a:rPr>
              <a:t>Test set: 96 readings from 3 held-out machines.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C857"/>
                </a:solidFill>
                <a:latin typeface="Aptos"/>
              </a:rPr>
              <a:t>Numbers describe generated data only. They do not establish real-machine accuracy or lead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WHY, RUL, and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74720" cy="192024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310896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Estimate contributions by restoring one feature at a time to its healthy 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1920240"/>
          </a:xfrm>
          <a:prstGeom prst="roundRect">
            <a:avLst/>
          </a:prstGeom>
          <a:solidFill>
            <a:srgbClr val="121E25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55648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Last Good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10896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Extrapolate the simulator's fixed degradation rate. This is not a failure-time guarantee.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74720" cy="1920240"/>
          </a:xfrm>
          <a:prstGeom prst="roundRect">
            <a:avLst/>
          </a:prstGeom>
          <a:solidFill>
            <a:srgbClr val="121E25"/>
          </a:solidFill>
          <a:ln>
            <a:solidFill>
              <a:srgbClr val="FF6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55648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647C"/>
                </a:solidFill>
                <a:latin typeface="Aptos"/>
              </a:rPr>
              <a:t>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10896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Record a higher-risk transition and link inspection suggestions to the top model factors.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9AADB5"/>
                </a:solidFill>
                <a:latin typeface="Aptos"/>
              </a:rPr>
              <a:t>No real-machine lifetime, safety, or causal claims are made.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2D7BD"/>
                </a:solidFill>
                <a:latin typeface="Aptos"/>
              </a:rPr>
              <a:t>SPINDLE NADI  /  FEEL THE PULSE. PREDICT THE FAILURE.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EF5F7"/>
                </a:solidFill>
                <a:latin typeface="Aptos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AADB5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72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2D7BD"/>
                </a:solidFill>
                <a:latin typeface="Aptos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Reproducible synthetic data · simple interpretable pipeline · interactive local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03520" cy="1645920"/>
          </a:xfrm>
          <a:prstGeom prst="roundRect">
            <a:avLst/>
          </a:prstGeom>
          <a:solidFill>
            <a:srgbClr val="121E25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7"/>
            <a:ext cx="49377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857"/>
                </a:solidFill>
                <a:latin typeface="Aptos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93775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EF5F7"/>
                </a:solidFill>
                <a:latin typeface="Aptos"/>
              </a:rPr>
              <a:t>Connect validated sensors and maintenance labels; assess drift, false alarms, and machine-specific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EF5F7"/>
                </a:solidFill>
                <a:latin typeface="Aptos"/>
              </a:rPr>
              <a:t>Traditional monitoring asks: “Did we cross a limit?”
Spindle Nadi explores: “Are signals getting worse, and why?”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